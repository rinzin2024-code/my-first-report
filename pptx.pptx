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3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4:54:52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1B5B-600E-A2F5-AB80-B6895FB4D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DCF10-455C-7A1C-26AB-BB4BE44A8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6C0E5-0683-7444-9CAF-08814A3F6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74E08-9FDF-9B8E-8B05-B7C1F0D6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7B2BC-D8F2-8FC9-97A4-3D8EE90A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07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D8A2-4263-B60C-2F03-C1421970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F646A-4603-3F03-13C3-57403269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89720-203F-A949-2A53-C9BBFE97C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5F50B-F782-EC60-631D-DC5D699A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1AF83-7335-350D-4CCC-3AAA1BC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35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ABEB-3999-3822-6FB2-D55CCC903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7E3C9-6A96-B7CC-7250-E7394D1C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F341B-CE6F-88BD-608F-0EE085A7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39C64-6185-8703-B00A-1C3623BF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69A0E-1022-92D5-8C03-DD4D3289B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62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C413-E964-89B3-4E12-B2FDD0A5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A6AC3-F87C-2F3E-5562-8710B5CBD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5CE12-7AD6-9030-F8F0-1E64159E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C2929-3DA4-E5BA-26C1-25EEE3E6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9E20D-D58C-A05B-4572-0A9C3DF8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4669F-0671-28FB-D53B-D8A0BD06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3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F564-9B75-4FD1-F63F-53022BF1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227E5-1AD8-CE65-CCB4-DC4694DEB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BC184-7967-BEF1-19B8-9C5E7CD57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A09EE-441F-2442-E230-5CBD99425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05432-B083-68CE-1706-FB3D8FE83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787D6-CCCE-6920-0C39-33DC306A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52DFA-DC4D-8F28-2EC0-F39073CAA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433C9-777E-4F63-8666-50138155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2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9A66-12E6-F712-865A-46593F3F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2E897-B7D4-A592-4181-47E7596F8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90096-7919-6974-A6F4-9A8FC1B2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DF7E9-3B48-2A0D-6803-0E7D2CD1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8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AFD96-E199-B539-B979-8EE461C6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E973B1-263E-8E59-5F48-75880EC5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3D059-D152-577F-F0A4-01CD7C22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1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7056-EF20-5A1F-9CF9-152D256D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D4BC2-488A-4C06-496A-6C00B7622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4C117-E25B-C588-165A-E5E84C643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49FF7-5467-09CA-6351-040A2C40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DC0DE-1A23-C19D-401E-40AB1E46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D6A29-9A04-0683-30A2-A1049EB2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97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8E08-33D3-6D40-9718-02772A5D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8F65F-66F9-4EDB-6401-9E2B3EB94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F4BF0-F417-56EE-169A-FB264C0B8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961FE-7581-D86A-7771-0F4D444E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25C99-C34F-D279-EE7D-0634B1E7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CBC97-45B5-5DC9-2599-73D24261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8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B18C-C5EE-352C-9B7C-687C34B3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97961-C602-E2F3-07A0-18F1E6135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5EB40-959A-0585-57CA-32FFE85D4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DAD89-E45C-FBCF-F318-5DEE6730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8CE32-0FCD-2BEC-DB39-1EC9BDE3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34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84207-462D-7088-80E6-6E6B6B216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61BA2-D8D4-F67D-864B-ABCA0F407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4B679-1F32-4ED1-D0EB-337370E22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AE70-144E-ACC7-8554-57BEBB8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628B4-AB6A-987B-C724-B7407E8B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41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922BC-98E3-5C34-EE50-0B0A5B11C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37C47-864F-B755-90EE-DE7DFB133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24F55-EE08-C157-21C8-74A1E5937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22C17-4BFC-443D-B2A8-87E183ACC445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9F43-E6B3-26BE-8187-5013594C7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15334-0D0A-20CD-83D5-7010EE31C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790EA-8644-4956-8C89-96E2E051F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6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hyperlink" Target="https://www.youtube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D:\Vll%20b%20sonam%20zangmo\Vll%20b%20sonam%20zangmo\trem%20I\additional%20informationon%204th%20side.ppt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mailto:201.00151.17.0002new@education.gov.b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GM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AD6B-0FD4-9ED4-AFDB-1D2EDE6FD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1.Link to webpage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F5678-8702-3754-B05F-620DC0C9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here to </a:t>
            </a:r>
            <a:r>
              <a:rPr lang="en-US" dirty="0" err="1"/>
              <a:t>goto</a:t>
            </a:r>
            <a:r>
              <a:rPr lang="en-US" dirty="0"/>
              <a:t> webpage</a:t>
            </a:r>
            <a:endParaRPr lang="en-IN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A3F978FD-895A-62EF-D5FD-EC38717B0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803" y="931386"/>
            <a:ext cx="2857500" cy="249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35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9335-DD51-5F76-B706-9625A63F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Hiperlink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A620-D3D6-2D3F-B800-B271350CA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45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F5832-4DB0-978B-10B6-284172B4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4.Link to new document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1E293-257E-EB1B-6EE6-EDE133B96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action="ppaction://hlinkpres?slideindex=1&amp;slidetitle="/>
              </a:rPr>
              <a:t>Click here to go  create new file or document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90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3AB3-A6DF-D6A0-B6A0-364C32A2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5.Link to e-mail address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6A39A-9862-A255-8AD2-CEC156135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Click here to email to my friend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F3C48E-3CA0-4794-03AD-6CA47BA5FDC0}"/>
                  </a:ext>
                </a:extLst>
              </p14:cNvPr>
              <p14:cNvContentPartPr/>
              <p14:nvPr/>
            </p14:nvContentPartPr>
            <p14:xfrm>
              <a:off x="167582" y="181165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F3C48E-3CA0-4794-03AD-6CA47BA5FD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462" y="180553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220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A117-6E60-FD3C-67B7-F9A39C30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3.Link to place in the document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BEF82-C041-53F8-D4ED-F3B614C60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/>
              </a:rPr>
              <a:t>Click on this file to go to first slide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63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A5C7-BA11-726A-8914-2FB63D8D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1.Link to existing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45645-D4BD-D4FB-5D72-7049286C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</a:t>
            </a:r>
            <a:r>
              <a:rPr lang="en-US" dirty="0"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/>
              <a:t> </a:t>
            </a:r>
            <a:r>
              <a:rPr lang="en-US" dirty="0"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dirty="0"/>
              <a:t> go to </a:t>
            </a:r>
            <a:r>
              <a:rPr lang="en-US" dirty="0" err="1"/>
              <a:t>gmc</a:t>
            </a:r>
            <a:r>
              <a:rPr lang="en-US" dirty="0"/>
              <a:t>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607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70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1.Link to webpage</vt:lpstr>
      <vt:lpstr>Hiperlink </vt:lpstr>
      <vt:lpstr>4.Link to new document</vt:lpstr>
      <vt:lpstr>5.Link to e-mail address</vt:lpstr>
      <vt:lpstr>3.Link to place in the document</vt:lpstr>
      <vt:lpstr>1.Link to existing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</cp:revision>
  <dcterms:created xsi:type="dcterms:W3CDTF">2026-04-03T10:36:44Z</dcterms:created>
  <dcterms:modified xsi:type="dcterms:W3CDTF">2026-04-06T05:00:03Z</dcterms:modified>
</cp:coreProperties>
</file>